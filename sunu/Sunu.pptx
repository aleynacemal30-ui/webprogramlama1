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3" dt="2026-10-15T10:37:23.6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38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126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4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396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69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342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605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69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76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080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08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8957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718711"/>
            <a:ext cx="9144000" cy="2387600"/>
          </a:xfrm>
        </p:spPr>
        <p:txBody>
          <a:bodyPr>
            <a:normAutofit/>
          </a:bodyPr>
          <a:lstStyle/>
          <a:p>
            <a:r>
              <a:rPr lang="tr-TR" sz="6600"/>
              <a:t>2026-2027 CSS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3BB36-1516-2867-E5F3-17BDE86E8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Metinlerin web </a:t>
            </a:r>
            <a:r>
              <a:rPr lang="en-US" dirty="0" err="1">
                <a:ea typeface="+mj-lt"/>
                <a:cs typeface="+mj-lt"/>
              </a:rPr>
              <a:t>sayfasında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nasıl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görüneceğini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belirleyen</a:t>
            </a:r>
            <a:r>
              <a:rPr lang="en-US" dirty="0">
                <a:ea typeface="+mj-lt"/>
                <a:cs typeface="+mj-lt"/>
              </a:rPr>
              <a:t> CSS </a:t>
            </a:r>
            <a:r>
              <a:rPr lang="en-US" dirty="0" err="1">
                <a:ea typeface="+mj-lt"/>
                <a:cs typeface="+mj-lt"/>
              </a:rPr>
              <a:t>özellikleri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618F4-7994-5801-CE48-C72E3473B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Yazı</a:t>
            </a:r>
            <a:r>
              <a:rPr lang="en-US" dirty="0">
                <a:ea typeface="+mn-lt"/>
                <a:cs typeface="+mn-lt"/>
              </a:rPr>
              <a:t> tipi </a:t>
            </a:r>
            <a:r>
              <a:rPr lang="en-US" dirty="0" err="1">
                <a:ea typeface="+mn-lt"/>
                <a:cs typeface="+mn-lt"/>
              </a:rPr>
              <a:t>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boyutu</a:t>
            </a:r>
            <a:endParaRPr lang="en-US" dirty="0" err="1"/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Yazı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rengi</a:t>
            </a:r>
            <a:endParaRPr lang="en-US" dirty="0" err="1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Kalınlık </a:t>
            </a:r>
            <a:r>
              <a:rPr lang="en-US" dirty="0" err="1">
                <a:ea typeface="+mn-lt"/>
                <a:cs typeface="+mn-lt"/>
              </a:rPr>
              <a:t>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italik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görünüm</a:t>
            </a:r>
            <a:endParaRPr lang="en-US" dirty="0" err="1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Metin </a:t>
            </a:r>
            <a:r>
              <a:rPr lang="en-US" dirty="0" err="1">
                <a:ea typeface="+mn-lt"/>
                <a:cs typeface="+mn-lt"/>
              </a:rPr>
              <a:t>hizalama</a:t>
            </a:r>
            <a:endParaRPr lang="en-US" dirty="0" err="1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Satır </a:t>
            </a:r>
            <a:r>
              <a:rPr lang="en-US" dirty="0" err="1">
                <a:ea typeface="+mn-lt"/>
                <a:cs typeface="+mn-lt"/>
              </a:rPr>
              <a:t>aralığı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metin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dekorasyonu</a:t>
            </a:r>
            <a:endParaRPr lang="en-US" dirty="0" err="1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07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E4233-57EB-ED5B-68AB-936909A64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330" y="2473036"/>
            <a:ext cx="4493534" cy="236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kern="1200">
                <a:latin typeface="+mj-lt"/>
                <a:ea typeface="+mj-ea"/>
                <a:cs typeface="+mj-cs"/>
              </a:rPr>
              <a:t>Font özellikleri </a:t>
            </a:r>
            <a:br>
              <a:rPr lang="en-US" dirty="0"/>
            </a:br>
            <a:r>
              <a:rPr lang="en-US" sz="5000" kern="1200">
                <a:latin typeface="+mj-lt"/>
                <a:ea typeface="+mj-ea"/>
                <a:cs typeface="+mj-cs"/>
              </a:rPr>
              <a:t>(Yazı </a:t>
            </a:r>
            <a:r>
              <a:rPr lang="en-US" sz="5000" kern="1200" err="1">
                <a:latin typeface="+mj-lt"/>
                <a:ea typeface="+mj-ea"/>
                <a:cs typeface="+mj-cs"/>
              </a:rPr>
              <a:t>Özellikleri</a:t>
            </a:r>
            <a:r>
              <a:rPr lang="en-US" sz="5000" kern="1200" dirty="0">
                <a:latin typeface="+mj-lt"/>
                <a:ea typeface="+mj-ea"/>
                <a:cs typeface="+mj-cs"/>
              </a:rPr>
              <a:t>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3BC4E22-DC05-7835-4D39-CA426B0D41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3498126"/>
              </p:ext>
            </p:extLst>
          </p:nvPr>
        </p:nvGraphicFramePr>
        <p:xfrm>
          <a:off x="5922492" y="1785230"/>
          <a:ext cx="5536002" cy="3228788"/>
        </p:xfrm>
        <a:graphic>
          <a:graphicData uri="http://schemas.openxmlformats.org/drawingml/2006/table">
            <a:tbl>
              <a:tblPr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2119005">
                  <a:extLst>
                    <a:ext uri="{9D8B030D-6E8A-4147-A177-3AD203B41FA5}">
                      <a16:colId xmlns:a16="http://schemas.microsoft.com/office/drawing/2014/main" val="3149291650"/>
                    </a:ext>
                  </a:extLst>
                </a:gridCol>
                <a:gridCol w="3416997">
                  <a:extLst>
                    <a:ext uri="{9D8B030D-6E8A-4147-A177-3AD203B41FA5}">
                      <a16:colId xmlns:a16="http://schemas.microsoft.com/office/drawing/2014/main" val="2810210631"/>
                    </a:ext>
                  </a:extLst>
                </a:gridCol>
              </a:tblGrid>
              <a:tr h="588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CSS özelliği</a:t>
                      </a:r>
                    </a:p>
                  </a:txBody>
                  <a:tcPr marL="100451" marR="254180" marT="28700" marB="21525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Görevi</a:t>
                      </a:r>
                    </a:p>
                  </a:txBody>
                  <a:tcPr marL="100451" marR="254180" marT="28700" marB="2152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375067"/>
                  </a:ext>
                </a:extLst>
              </a:tr>
              <a:tr h="588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font-family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451" marR="254180" marT="28700" marB="21525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Yazı tipini belirler.</a:t>
                      </a:r>
                    </a:p>
                  </a:txBody>
                  <a:tcPr marL="100451" marR="254180" marT="28700" marB="2152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50056"/>
                  </a:ext>
                </a:extLst>
              </a:tr>
              <a:tr h="588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font-size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451" marR="254180" marT="28700" marB="21525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Yazı boyutunu belirler.</a:t>
                      </a:r>
                    </a:p>
                  </a:txBody>
                  <a:tcPr marL="100451" marR="254180" marT="28700" marB="2152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208460"/>
                  </a:ext>
                </a:extLst>
              </a:tr>
              <a:tr h="588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font-weight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451" marR="254180" marT="28700" marB="21525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Yazının kalınlığını ayarlar.</a:t>
                      </a:r>
                    </a:p>
                  </a:txBody>
                  <a:tcPr marL="100451" marR="254180" marT="28700" marB="2152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20306"/>
                  </a:ext>
                </a:extLst>
              </a:tr>
              <a:tr h="875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font-style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451" marR="254180" marT="28700" marB="21525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Normal veya italik görünüm sağlar.</a:t>
                      </a:r>
                    </a:p>
                  </a:txBody>
                  <a:tcPr marL="100451" marR="254180" marT="28700" marB="2152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172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835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BF078C-07FA-DD4C-41B1-BE79DA568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Renk ve metin hizalama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30133-23EF-F7B2-8B8A-25ED36646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Consolas"/>
              </a:rPr>
              <a:t>color</a:t>
            </a:r>
            <a:r>
              <a:rPr lang="en-US" sz="2400" dirty="0">
                <a:ea typeface="+mn-lt"/>
                <a:cs typeface="+mn-lt"/>
              </a:rPr>
              <a:t>: </a:t>
            </a:r>
            <a:r>
              <a:rPr lang="en-US" sz="2400" dirty="0" err="1">
                <a:ea typeface="+mn-lt"/>
                <a:cs typeface="+mn-lt"/>
              </a:rPr>
              <a:t>Yazı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rengini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değiştirir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 dirty="0"/>
          </a:p>
          <a:p>
            <a:r>
              <a:rPr lang="en-US" sz="2400" dirty="0">
                <a:latin typeface="Consolas"/>
              </a:rPr>
              <a:t>text-align</a:t>
            </a:r>
            <a:r>
              <a:rPr lang="en-US" sz="2400" dirty="0">
                <a:ea typeface="+mn-lt"/>
                <a:cs typeface="+mn-lt"/>
              </a:rPr>
              <a:t>: </a:t>
            </a:r>
            <a:r>
              <a:rPr lang="en-US" sz="2400" dirty="0" err="1">
                <a:ea typeface="+mn-lt"/>
                <a:cs typeface="+mn-lt"/>
              </a:rPr>
              <a:t>Metni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hizalar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/>
          </a:p>
          <a:p>
            <a:r>
              <a:rPr lang="en-US" sz="2400" dirty="0">
                <a:latin typeface="Consolas"/>
              </a:rPr>
              <a:t>text-decoration</a:t>
            </a:r>
            <a:r>
              <a:rPr lang="en-US" sz="2400" dirty="0">
                <a:ea typeface="+mn-lt"/>
                <a:cs typeface="+mn-lt"/>
              </a:rPr>
              <a:t>: Alt </a:t>
            </a:r>
            <a:r>
              <a:rPr lang="en-US" sz="2400" dirty="0" err="1">
                <a:ea typeface="+mn-lt"/>
                <a:cs typeface="+mn-lt"/>
              </a:rPr>
              <a:t>çizgi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gibi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dekorasyonlar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ekler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veya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kaldırır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/>
          </a:p>
          <a:p>
            <a:r>
              <a:rPr lang="en-US" sz="2400" dirty="0">
                <a:latin typeface="Consolas"/>
              </a:rPr>
              <a:t>text-transform</a:t>
            </a:r>
            <a:r>
              <a:rPr lang="en-US" sz="2400" dirty="0">
                <a:ea typeface="+mn-lt"/>
                <a:cs typeface="+mn-lt"/>
              </a:rPr>
              <a:t>: Harflerin </a:t>
            </a:r>
            <a:r>
              <a:rPr lang="en-US" sz="2400" dirty="0" err="1">
                <a:ea typeface="+mn-lt"/>
                <a:cs typeface="+mn-lt"/>
              </a:rPr>
              <a:t>büyük</a:t>
            </a:r>
            <a:r>
              <a:rPr lang="en-US" sz="2400" dirty="0">
                <a:ea typeface="+mn-lt"/>
                <a:cs typeface="+mn-lt"/>
              </a:rPr>
              <a:t>/</a:t>
            </a:r>
            <a:r>
              <a:rPr lang="en-US" sz="2400" dirty="0" err="1">
                <a:ea typeface="+mn-lt"/>
                <a:cs typeface="+mn-lt"/>
              </a:rPr>
              <a:t>küçük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görünümünü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değiştirir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/>
          </a:p>
          <a:p>
            <a:r>
              <a:rPr lang="en-US" sz="2400" dirty="0">
                <a:latin typeface="Consolas"/>
              </a:rPr>
              <a:t>line-height</a:t>
            </a:r>
            <a:r>
              <a:rPr lang="en-US" sz="2400" dirty="0">
                <a:ea typeface="+mn-lt"/>
                <a:cs typeface="+mn-lt"/>
              </a:rPr>
              <a:t>: </a:t>
            </a:r>
            <a:r>
              <a:rPr lang="en-US" sz="2400" dirty="0" err="1">
                <a:ea typeface="+mn-lt"/>
                <a:cs typeface="+mn-lt"/>
              </a:rPr>
              <a:t>Satırlar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arasındaki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yüksekliği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ayarlar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/>
          </a:p>
          <a:p>
            <a:endParaRPr lang="en-US" sz="24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96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A5624-63EB-D8BC-6494-214562958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 fontScale="90000"/>
          </a:bodyPr>
          <a:lstStyle/>
          <a:p>
            <a:r>
              <a:rPr lang="en-US" sz="3600" err="1"/>
              <a:t>Kullanılan</a:t>
            </a:r>
            <a:r>
              <a:rPr lang="en-US" sz="3600" dirty="0"/>
              <a:t> </a:t>
            </a:r>
            <a:r>
              <a:rPr lang="en-US" sz="3600" err="1"/>
              <a:t>kodların</a:t>
            </a:r>
            <a:r>
              <a:rPr lang="en-US" sz="3600" dirty="0"/>
              <a:t> </a:t>
            </a:r>
            <a:r>
              <a:rPr lang="en-US" sz="3600" err="1"/>
              <a:t>özellikleri</a:t>
            </a:r>
            <a:endParaRPr lang="en-US" sz="3600" dirty="0" err="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C397FB-899F-72A4-4C70-718155DF9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084" y="841905"/>
            <a:ext cx="2241869" cy="2317178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DC4790-9E61-52DE-9275-9F57E7015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675" y="3625224"/>
            <a:ext cx="4659296" cy="2297353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484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2026-2027 CSS</vt:lpstr>
      <vt:lpstr>Metinlerin web sayfasında nasıl görüneceğini belirleyen CSS özellikleri</vt:lpstr>
      <vt:lpstr>Font özellikleri  (Yazı Özellikleri)</vt:lpstr>
      <vt:lpstr>Renk ve metin hizalama</vt:lpstr>
      <vt:lpstr>Kullanılan kodların özellikleri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67</cp:revision>
  <dcterms:created xsi:type="dcterms:W3CDTF">2012-08-15T22:53:30Z</dcterms:created>
  <dcterms:modified xsi:type="dcterms:W3CDTF">2026-10-15T10:40:02Z</dcterms:modified>
</cp:coreProperties>
</file>