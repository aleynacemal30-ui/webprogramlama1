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sldIdLst>
    <p:sldId id="256" r:id="rId2"/>
    <p:sldId id="257" r:id="rId3"/>
    <p:sldId id="263" r:id="rId4"/>
    <p:sldId id="261" r:id="rId5"/>
    <p:sldId id="262" r:id="rId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2728CB-003F-7EE1-68C8-72FB04DD9E07}" v="546" dt="2026-10-15T10:10:44.2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359139-99F8-4B6E-8834-95F2B9D91EE4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705172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8738913"/>
      </p:ext>
    </p:extLst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88058"/>
      </p:ext>
    </p:extLst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965417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537401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006584"/>
      </p:ext>
    </p:extLst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8FC9B1-6F61-4A8F-9F5E-715654075A93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16228316"/>
      </p:ext>
    </p:extLst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0646382"/>
      </p:ext>
    </p:extLst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CB2F34-49A1-4C07-91D5-90BE967306D3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5399247"/>
      </p:ext>
    </p:extLst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52186256"/>
      </p:ext>
    </p:extLst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48B2456C-66BE-435E-8059-3A9CD55F29F9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1998262"/>
      </p:ext>
    </p:extLst>
  </p:cSld>
  <p:clrMapOvr>
    <a:masterClrMapping/>
  </p:clrMapOvr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7409D93-5111-4952-AC4F-FA1AE909A4B8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3969126"/>
      </p:ext>
    </p:extLst>
  </p:cSld>
  <p:clrMapOvr>
    <a:masterClrMapping/>
  </p:clrMapOvr>
  <p:hf sldNum="0"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3E10B2-AFF3-4A4A-BC83-5BB137C878CB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0526936"/>
      </p:ext>
    </p:extLst>
  </p:cSld>
  <p:clrMapOvr>
    <a:masterClrMapping/>
  </p:clrMapOvr>
  <p:hf sldNum="0"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C1935215-257D-4F50-AF56-70E3294947FA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/>
            <a:ahLst/>
            <a:cxnLst/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0779302"/>
      </p:ext>
    </p:extLst>
  </p:cSld>
  <p:clrMapOvr>
    <a:masterClrMapping/>
  </p:clrMapOvr>
  <p:hf sldNum="0"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B0E3CDF-6E7C-4C67-B567-8606B07963A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9822578"/>
      </p:ext>
    </p:extLst>
  </p:cSld>
  <p:clrMapOvr>
    <a:masterClrMapping/>
  </p:clrMapOvr>
  <p:hf sldNum="0"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060FE60-4389-4D8B-84BB-900FC000024C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4650738"/>
      </p:ext>
    </p:extLst>
  </p:cSld>
  <p:clrMapOvr>
    <a:masterClrMapping/>
  </p:clrMapOvr>
  <p:hf sldNum="0"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09B22-BFE8-4BFE-80D5-4133DC0C2AC6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8902663"/>
      </p:ext>
    </p:extLst>
  </p:cSld>
  <p:clrMapOvr>
    <a:masterClrMapping/>
  </p:clrMapOvr>
  <p:hf sldNum="0"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BFCE55E5-7E1C-4243-A685-91A6EB8BE97F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7165363"/>
      </p:ext>
    </p:extLst>
  </p:cSld>
  <p:clrMapOvr>
    <a:masterClrMapping/>
  </p:clrMapOvr>
  <p:hf sldNum="0"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AFD96D-C3CB-4F44-8CE3-582861660F11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663607781"/>
      </p:ext>
    </p:extLst>
  </p:cSld>
  <p:clrMapOvr>
    <a:masterClrMapping/>
  </p:clrMapOvr>
  <p:hf sldNum="0"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8973100"/>
      </p:ext>
    </p:extLst>
  </p:cSld>
  <p:clrMapOvr>
    <a:masterClrMapping/>
  </p:clrMapOvr>
  <p:hf sldNum="0"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098842978"/>
      </p:ext>
    </p:extLst>
  </p:cSld>
  <p:clrMapOvr>
    <a:masterClrMapping/>
  </p:clrMapOvr>
  <p:hf sldNum="0"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C42AE-61C6-458B-86C3-22D39A5E8956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5051009"/>
      </p:ext>
    </p:extLst>
  </p:cSld>
  <p:clrMapOvr>
    <a:masterClrMapping/>
  </p:clrMapOvr>
  <p:hf sldNum="0"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D71BEE-9C65-4D84-970B-0B47E929926B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8137080"/>
      </p:ext>
    </p:extLst>
  </p:cSld>
  <p:clrMapOvr>
    <a:masterClrMapping/>
  </p:clrMapOvr>
  <p:hf sldNum="0" hdr="0" ft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FCF02-D35E-46A4-B7A1-1A2B81F8D932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659404"/>
      </p:ext>
    </p:extLst>
  </p:cSld>
  <p:clrMapOvr>
    <a:masterClrMapping/>
  </p:clrMapOvr>
  <p:hf sldNum="0" hdr="0" ft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57AF51-4D04-4E0C-B33D-81940CAB4B07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924902"/>
      </p:ext>
    </p:extLst>
  </p:cSld>
  <p:clrMapOvr>
    <a:masterClrMapping/>
  </p:clrMapOvr>
  <p:hf sldNum="0" hdr="0" ft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ABFCF2-BE01-43CB-85B3-49CC0FE55050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8698394"/>
      </p:ext>
    </p:extLst>
  </p:cSld>
  <p:clrMapOvr>
    <a:masterClrMapping/>
  </p:clrMapOvr>
  <p:hf sldNum="0" hdr="0" ft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19A0F5-9D15-4E68-95BA-31AD4F5D84D0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8044830"/>
      </p:ext>
    </p:extLst>
  </p:cSld>
  <p:clrMapOvr>
    <a:masterClrMapping/>
  </p:clrMapOvr>
  <p:hf sldNum="0" hdr="0" ft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15.10.2026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3467328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1883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36" r:id="rId18"/>
    <p:sldLayoutId id="2147483737" r:id="rId19"/>
    <p:sldLayoutId id="2147483738" r:id="rId20"/>
    <p:sldLayoutId id="2147483739" r:id="rId21"/>
    <p:sldLayoutId id="2147483740" r:id="rId22"/>
    <p:sldLayoutId id="2147483741" r:id="rId23"/>
    <p:sldLayoutId id="2147483742" r:id="rId24"/>
    <p:sldLayoutId id="2147483743" r:id="rId25"/>
    <p:sldLayoutId id="2147483744" r:id="rId26"/>
    <p:sldLayoutId id="2147483745" r:id="rId27"/>
    <p:sldLayoutId id="2147483746" r:id="rId28"/>
  </p:sldLayoutIdLst>
  <p:hf sldNum="0"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709247" y="1798394"/>
            <a:ext cx="10771553" cy="2317262"/>
          </a:xfrm>
        </p:spPr>
        <p:txBody>
          <a:bodyPr>
            <a:normAutofit/>
          </a:bodyPr>
          <a:lstStyle/>
          <a:p>
            <a:r>
              <a:rPr lang="tr-TR" sz="7200"/>
              <a:t>2026-2027 CSS sunumu</a:t>
            </a:r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2F80244-4F80-463C-CDBF-B8529F9DB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08" y="679593"/>
            <a:ext cx="9942409" cy="876193"/>
          </a:xfrm>
        </p:spPr>
        <p:txBody>
          <a:bodyPr>
            <a:normAutofit/>
          </a:bodyPr>
          <a:lstStyle/>
          <a:p>
            <a:r>
              <a:rPr lang="tr-TR" sz="4800"/>
              <a:t>CSS Nedir? Neden kullanılır?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16E93D3-43CA-0925-3759-DD60CD297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0E32-77BE-4D9A-BE71-8396D299BEBE}" type="datetime1">
              <a:t>15.10.2026</a:t>
            </a:fld>
            <a:endParaRPr lang="en-US" dirty="0"/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85F69915-476C-DBD8-320C-C4E988D41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750" y="1710267"/>
            <a:ext cx="9942409" cy="43053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sz="3200">
                <a:ea typeface="+mn-lt"/>
                <a:cs typeface="+mn-lt"/>
              </a:rPr>
              <a:t>HTML ile oluşturulan web sayfalarının görünümünü düzenler.                                                                                       </a:t>
            </a:r>
          </a:p>
          <a:p>
            <a:r>
              <a:rPr lang="tr-TR" sz="3200">
                <a:ea typeface="+mn-lt"/>
                <a:cs typeface="+mn-lt"/>
              </a:rPr>
              <a:t>Renk, yazı tipi, boyut, boşluk ve yerleşim gibi özellikleri kontrol eder.                                                               </a:t>
            </a:r>
            <a:endParaRPr lang="tr-TR" sz="3200"/>
          </a:p>
          <a:p>
            <a:r>
              <a:rPr lang="tr-TR" sz="3200">
                <a:ea typeface="+mn-lt"/>
                <a:cs typeface="+mn-lt"/>
              </a:rPr>
              <a:t>Web sayfalarının daha düzenli ve kullanıcı dostu olmasını sağlar.</a:t>
            </a:r>
            <a:endParaRPr lang="tr-TR" sz="3200"/>
          </a:p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8174842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79A99C2-C96C-4F45-A3B5-1D377F7E4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560" y="908356"/>
            <a:ext cx="11505485" cy="876193"/>
          </a:xfrm>
        </p:spPr>
        <p:txBody>
          <a:bodyPr>
            <a:noAutofit/>
          </a:bodyPr>
          <a:lstStyle/>
          <a:p>
            <a:r>
              <a:rPr lang="tr-TR" sz="4800"/>
              <a:t>HTML ve CSS arasındaki farklar nelerdir?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2B043573-D3A7-A3C2-0B69-57383DDF7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138DA-BA20-47C8-9D84-E7063740C07D}" type="datetime1">
              <a:t>10/15/2026</a:t>
            </a:fld>
            <a:endParaRPr lang="en-US" dirty="0"/>
          </a:p>
        </p:txBody>
      </p:sp>
      <p:graphicFrame>
        <p:nvGraphicFramePr>
          <p:cNvPr id="5" name="İçerik Yer Tutucusu 4">
            <a:extLst>
              <a:ext uri="{FF2B5EF4-FFF2-40B4-BE49-F238E27FC236}">
                <a16:creationId xmlns:a16="http://schemas.microsoft.com/office/drawing/2014/main" id="{63C53D98-E3EB-22FB-E4E0-C797ED977E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4132732"/>
              </p:ext>
            </p:extLst>
          </p:nvPr>
        </p:nvGraphicFramePr>
        <p:xfrm>
          <a:off x="428625" y="2133600"/>
          <a:ext cx="11074942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7471">
                  <a:extLst>
                    <a:ext uri="{9D8B030D-6E8A-4147-A177-3AD203B41FA5}">
                      <a16:colId xmlns:a16="http://schemas.microsoft.com/office/drawing/2014/main" val="153379135"/>
                    </a:ext>
                  </a:extLst>
                </a:gridCol>
                <a:gridCol w="5537471">
                  <a:extLst>
                    <a:ext uri="{9D8B030D-6E8A-4147-A177-3AD203B41FA5}">
                      <a16:colId xmlns:a16="http://schemas.microsoft.com/office/drawing/2014/main" val="37029104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sz="3600">
                          <a:solidFill>
                            <a:srgbClr val="C00000"/>
                          </a:solidFill>
                        </a:rPr>
                        <a:t>HTML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r-TR" sz="3600">
                          <a:solidFill>
                            <a:srgbClr val="C00000"/>
                          </a:solidFill>
                        </a:rPr>
                        <a:t>CSS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5842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800"/>
                        <a:t>İçeriği oluşturur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r-TR" sz="2800"/>
                        <a:t>Görünümü Düzenler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093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800"/>
                        <a:t>Başlık ve paragraf ekler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r-TR" sz="2800"/>
                        <a:t>Renk ve yazı boyutu belirler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894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800"/>
                        <a:t>Görseller ve bağlantılar ekler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r-TR" sz="2800"/>
                        <a:t>Yerleşim ve boşlukları ayarlar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0753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115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06784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3819451-1E8A-9290-85D3-D6268DC7B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               CSS                                                 HTML</a:t>
            </a:r>
            <a:br>
              <a:rPr lang="tr-TR" dirty="0"/>
            </a:br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CBFF02E-3F75-B606-6545-290BE6D64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8CDF0-0B9E-434C-BCFD-0F7E8888BC95}" type="datetime1">
              <a:t>15.10.2026</a:t>
            </a:fld>
            <a:endParaRPr lang="en-US" dirty="0"/>
          </a:p>
        </p:txBody>
      </p:sp>
      <p:pic>
        <p:nvPicPr>
          <p:cNvPr id="10" name="İçerik Yer Tutucusu 9">
            <a:extLst>
              <a:ext uri="{FF2B5EF4-FFF2-40B4-BE49-F238E27FC236}">
                <a16:creationId xmlns:a16="http://schemas.microsoft.com/office/drawing/2014/main" id="{8F12A463-747A-4293-4908-90D9FE03C2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48" t="9297" r="-248" b="4082"/>
          <a:stretch>
            <a:fillRect/>
          </a:stretch>
        </p:blipFill>
        <p:spPr>
          <a:xfrm>
            <a:off x="1735056" y="2162882"/>
            <a:ext cx="8629101" cy="408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71198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34A92-087D-97B4-1E49-985624EEA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1CE360F-0152-CA1A-824E-ADF82F2D7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838343"/>
            <a:ext cx="9942409" cy="876193"/>
          </a:xfrm>
        </p:spPr>
        <p:txBody>
          <a:bodyPr>
            <a:normAutofit/>
          </a:bodyPr>
          <a:lstStyle/>
          <a:p>
            <a:r>
              <a:rPr lang="tr-TR" sz="4800"/>
              <a:t>CSS  HTML içinde nasıl kullanılır?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CD9E92D-9320-8224-EF17-FBC69C487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8CDF0-0B9E-434C-BCFD-0F7E8888BC95}" type="datetime1">
              <a:t>15.10.2026</a:t>
            </a:fld>
            <a:endParaRPr lang="en-US" dirty="0"/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A5828A47-0067-DC67-6BA2-9411B212F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834" y="1572684"/>
            <a:ext cx="9942409" cy="48027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tr-TR" sz="2400">
                <a:ea typeface="+mn-lt"/>
                <a:cs typeface="+mn-lt"/>
              </a:rPr>
              <a:t>&lt;p style="color: red;"&gt;Merhaba&lt;/p&gt;     </a:t>
            </a:r>
          </a:p>
          <a:p>
            <a:endParaRPr lang="tr-TR" sz="2400" dirty="0">
              <a:latin typeface="Neue Haas Grotesk Text Pro"/>
            </a:endParaRPr>
          </a:p>
          <a:p>
            <a:endParaRPr lang="tr-TR" sz="2400" dirty="0">
              <a:latin typeface="Neue Haas Grotesk Text Pro"/>
            </a:endParaRPr>
          </a:p>
          <a:p>
            <a:r>
              <a:rPr lang="tr-TR" sz="2400" dirty="0">
                <a:latin typeface="Consolas"/>
              </a:rPr>
              <a:t>&lt;style&gt;
  p { color: blue; }
</a:t>
            </a:r>
            <a:r>
              <a:rPr lang="tr-TR" sz="2400">
                <a:latin typeface="Consolas"/>
              </a:rPr>
              <a:t>&lt;/style&gt;</a:t>
            </a:r>
            <a:endParaRPr lang="tr-TR" sz="2400" dirty="0">
              <a:latin typeface="Consolas"/>
            </a:endParaRPr>
          </a:p>
          <a:p>
            <a:endParaRPr lang="tr-TR" sz="2400" dirty="0">
              <a:latin typeface="Consolas"/>
            </a:endParaRPr>
          </a:p>
          <a:p>
            <a:endParaRPr lang="tr-TR" sz="2400" dirty="0">
              <a:latin typeface="Consolas"/>
            </a:endParaRPr>
          </a:p>
          <a:p>
            <a:r>
              <a:rPr lang="tr-TR" sz="2400">
                <a:latin typeface="Consolas"/>
              </a:rPr>
              <a:t>&lt;link rel="stylesheet" href="style.css"&gt;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198810363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Film Burn">
  <a:themeElements>
    <a:clrScheme name="Film Burn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Film Burn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Film Bur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D87570FC-4836-4BB0-AAFD-165DAAA9EA26}" vid="{EE25A5E3-C8B7-4876-88F1-4A6AC5925E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6" baseType="lpstr">
      <vt:lpstr>Film Burn</vt:lpstr>
      <vt:lpstr>2026-2027 CSS sunumu</vt:lpstr>
      <vt:lpstr>CSS Nedir? Neden kullanılır?</vt:lpstr>
      <vt:lpstr>HTML ve CSS arasındaki farklar nelerdir?</vt:lpstr>
      <vt:lpstr>               CSS                                                 HTML </vt:lpstr>
      <vt:lpstr>CSS  HTML içinde nasıl kullanılır?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168</cp:revision>
  <dcterms:created xsi:type="dcterms:W3CDTF">2026-10-15T08:54:28Z</dcterms:created>
  <dcterms:modified xsi:type="dcterms:W3CDTF">2026-10-15T10:16:39Z</dcterms:modified>
</cp:coreProperties>
</file>