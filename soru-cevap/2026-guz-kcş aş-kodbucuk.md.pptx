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4" r:id="rId5"/>
    <p:sldId id="263" r:id="rId6"/>
    <p:sldId id="262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6" dt="2026-10-15T15:28:01.571"/>
    <p1510:client id="{B8B20B02-4630-E021-D728-B60CC15E4D8D}" v="267" dt="2026-10-15T16:48:52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07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7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910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068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4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899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78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615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691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03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137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197101" y="714963"/>
            <a:ext cx="4785359" cy="3185365"/>
          </a:xfrm>
        </p:spPr>
        <p:txBody>
          <a:bodyPr anchor="b">
            <a:normAutofit/>
          </a:bodyPr>
          <a:lstStyle/>
          <a:p>
            <a:pPr algn="l"/>
            <a:r>
              <a:rPr lang="tr-TR" sz="5200"/>
              <a:t>2026-2027 </a:t>
            </a:r>
            <a:br>
              <a:rPr lang="tr-TR" sz="5200" dirty="0"/>
            </a:br>
            <a:r>
              <a:rPr lang="tr-TR" sz="5200"/>
              <a:t>CSS Soru-Cevap</a:t>
            </a:r>
          </a:p>
        </p:txBody>
      </p:sp>
      <p:pic>
        <p:nvPicPr>
          <p:cNvPr id="6" name="Graphic 5" descr="Sorular">
            <a:extLst>
              <a:ext uri="{FF2B5EF4-FFF2-40B4-BE49-F238E27FC236}">
                <a16:creationId xmlns:a16="http://schemas.microsoft.com/office/drawing/2014/main" id="{A555052A-FF47-0E99-8194-95789849BD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Sorular">
            <a:extLst>
              <a:ext uri="{FF2B5EF4-FFF2-40B4-BE49-F238E27FC236}">
                <a16:creationId xmlns:a16="http://schemas.microsoft.com/office/drawing/2014/main" id="{CD2EA5F7-62B8-4419-B2F2-605B2CB31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37093-6624-076A-6D6F-5D37A021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5708226" cy="145405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CSS </a:t>
            </a:r>
            <a:r>
              <a:rPr lang="en-US" sz="4800" dirty="0" err="1">
                <a:solidFill>
                  <a:schemeClr val="tx2"/>
                </a:solidFill>
              </a:rPr>
              <a:t>neden</a:t>
            </a:r>
            <a:r>
              <a:rPr lang="en-US" sz="4800" dirty="0">
                <a:solidFill>
                  <a:schemeClr val="tx2"/>
                </a:solidFill>
              </a:rPr>
              <a:t> </a:t>
            </a:r>
            <a:r>
              <a:rPr lang="en-US" sz="4800" dirty="0" err="1">
                <a:solidFill>
                  <a:schemeClr val="tx2"/>
                </a:solidFill>
              </a:rPr>
              <a:t>kullanılır</a:t>
            </a:r>
            <a:r>
              <a:rPr lang="en-US" sz="4800" dirty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35" name="Graphic 6" descr="Alt Yazı">
            <a:extLst>
              <a:ext uri="{FF2B5EF4-FFF2-40B4-BE49-F238E27FC236}">
                <a16:creationId xmlns:a16="http://schemas.microsoft.com/office/drawing/2014/main" id="{95FB7876-958F-BAD4-50B0-967EF681CF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59543-8879-B070-0B1C-F6C64293C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chemeClr val="tx2"/>
                </a:solidFill>
              </a:rPr>
              <a:t>Cevap</a:t>
            </a:r>
            <a:r>
              <a:rPr lang="en-US" sz="3200" dirty="0">
                <a:solidFill>
                  <a:schemeClr val="tx2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2"/>
                </a:solidFill>
              </a:rPr>
              <a:t>Web </a:t>
            </a:r>
            <a:r>
              <a:rPr lang="en-US" sz="3200" dirty="0" err="1">
                <a:solidFill>
                  <a:schemeClr val="tx2"/>
                </a:solidFill>
              </a:rPr>
              <a:t>sayfalarında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renk</a:t>
            </a:r>
            <a:r>
              <a:rPr lang="en-US" sz="3200" dirty="0">
                <a:solidFill>
                  <a:schemeClr val="tx2"/>
                </a:solidFill>
              </a:rPr>
              <a:t>, </a:t>
            </a:r>
            <a:r>
              <a:rPr lang="en-US" sz="3200" dirty="0" err="1">
                <a:solidFill>
                  <a:schemeClr val="tx2"/>
                </a:solidFill>
              </a:rPr>
              <a:t>yazı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biçimi</a:t>
            </a:r>
            <a:r>
              <a:rPr lang="en-US" sz="3200" dirty="0">
                <a:solidFill>
                  <a:schemeClr val="tx2"/>
                </a:solidFill>
              </a:rPr>
              <a:t>, </a:t>
            </a:r>
            <a:r>
              <a:rPr lang="en-US" sz="3200" dirty="0" err="1">
                <a:solidFill>
                  <a:schemeClr val="tx2"/>
                </a:solidFill>
              </a:rPr>
              <a:t>boşluk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ve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dizeni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sağlamak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için</a:t>
            </a:r>
            <a:r>
              <a:rPr lang="en-US" sz="3200" dirty="0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36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7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2114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F6E2F-EA6A-80F5-B277-D4BB50114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9">
            <a:extLst>
              <a:ext uri="{FF2B5EF4-FFF2-40B4-BE49-F238E27FC236}">
                <a16:creationId xmlns:a16="http://schemas.microsoft.com/office/drawing/2014/main" id="{E6F2FEFF-1C3F-23F9-2454-06E5F132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373FC289-F498-4940-BA59-325603DAE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1701D-F332-FE96-4CAB-D99D4ED42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5708226" cy="1454051"/>
          </a:xfrm>
        </p:spPr>
        <p:txBody>
          <a:bodyPr>
            <a:normAutofit fontScale="90000"/>
          </a:bodyPr>
          <a:lstStyle/>
          <a:p>
            <a:r>
              <a:rPr lang="tr-TR">
                <a:solidFill>
                  <a:srgbClr val="FFFFFF"/>
                </a:solidFill>
              </a:rPr>
              <a:t>CSS de arka planı değiştirmek için hangi özellik kullanılır?</a:t>
            </a:r>
          </a:p>
          <a:p>
            <a:endParaRPr lang="en-US" sz="4800" dirty="0">
              <a:solidFill>
                <a:schemeClr val="tx2"/>
              </a:solidFill>
            </a:endParaRPr>
          </a:p>
        </p:txBody>
      </p:sp>
      <p:pic>
        <p:nvPicPr>
          <p:cNvPr id="35" name="Graphic 6" descr="Alt Yazı">
            <a:extLst>
              <a:ext uri="{FF2B5EF4-FFF2-40B4-BE49-F238E27FC236}">
                <a16:creationId xmlns:a16="http://schemas.microsoft.com/office/drawing/2014/main" id="{B239B0D2-1B89-B5E1-9115-9835A67593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1B28F-3698-9A2F-4787-1726FC6D0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chemeClr val="tx2"/>
                </a:solidFill>
              </a:rPr>
              <a:t>Cevap</a:t>
            </a:r>
            <a:r>
              <a:rPr lang="en-US" sz="3200" dirty="0">
                <a:solidFill>
                  <a:schemeClr val="tx2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3200" dirty="0" err="1">
                <a:solidFill>
                  <a:schemeClr val="tx2"/>
                </a:solidFill>
              </a:rPr>
              <a:t>Backgrund</a:t>
            </a:r>
            <a:r>
              <a:rPr lang="en-US" sz="3200" dirty="0">
                <a:solidFill>
                  <a:schemeClr val="tx2"/>
                </a:solidFill>
              </a:rPr>
              <a:t>-color </a:t>
            </a:r>
            <a:r>
              <a:rPr lang="en-US" sz="3200" dirty="0" err="1">
                <a:solidFill>
                  <a:schemeClr val="tx2"/>
                </a:solidFill>
              </a:rPr>
              <a:t>özelliği</a:t>
            </a:r>
            <a:r>
              <a:rPr lang="en-US" sz="3200" dirty="0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36" name="Group 13">
            <a:extLst>
              <a:ext uri="{FF2B5EF4-FFF2-40B4-BE49-F238E27FC236}">
                <a16:creationId xmlns:a16="http://schemas.microsoft.com/office/drawing/2014/main" id="{C2401B3D-F505-5E5E-3650-98438240B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7" name="Freeform: Shape 14">
              <a:extLst>
                <a:ext uri="{FF2B5EF4-FFF2-40B4-BE49-F238E27FC236}">
                  <a16:creationId xmlns:a16="http://schemas.microsoft.com/office/drawing/2014/main" id="{40455F0C-2130-1AE2-1133-B3DAF04C4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5">
              <a:extLst>
                <a:ext uri="{FF2B5EF4-FFF2-40B4-BE49-F238E27FC236}">
                  <a16:creationId xmlns:a16="http://schemas.microsoft.com/office/drawing/2014/main" id="{87DD95E8-77C7-0CB8-BF11-EA1F0B78B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16">
              <a:extLst>
                <a:ext uri="{FF2B5EF4-FFF2-40B4-BE49-F238E27FC236}">
                  <a16:creationId xmlns:a16="http://schemas.microsoft.com/office/drawing/2014/main" id="{129FD15D-10D1-3F56-2048-9DCFF4B2F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23640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A7958-B608-2CD3-7FAE-9065B6DCE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9">
            <a:extLst>
              <a:ext uri="{FF2B5EF4-FFF2-40B4-BE49-F238E27FC236}">
                <a16:creationId xmlns:a16="http://schemas.microsoft.com/office/drawing/2014/main" id="{23153242-27CC-58AA-2D72-ADD75BE63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DEA89E25-E5B1-85E9-E9B6-1186DB385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A04F4-51EA-7FA8-25CF-32D0EAD9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5708226" cy="145405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CSS  de </a:t>
            </a:r>
            <a:r>
              <a:rPr lang="en-US" sz="4800" err="1">
                <a:solidFill>
                  <a:schemeClr val="tx2"/>
                </a:solidFill>
              </a:rPr>
              <a:t>yazı</a:t>
            </a:r>
            <a:r>
              <a:rPr lang="en-US" sz="4800" dirty="0">
                <a:solidFill>
                  <a:schemeClr val="tx2"/>
                </a:solidFill>
              </a:rPr>
              <a:t> </a:t>
            </a:r>
            <a:r>
              <a:rPr lang="en-US" sz="4800" err="1">
                <a:solidFill>
                  <a:schemeClr val="tx2"/>
                </a:solidFill>
              </a:rPr>
              <a:t>boyutu</a:t>
            </a:r>
            <a:r>
              <a:rPr lang="en-US" sz="4800" dirty="0">
                <a:solidFill>
                  <a:schemeClr val="tx2"/>
                </a:solidFill>
              </a:rPr>
              <a:t> </a:t>
            </a:r>
            <a:r>
              <a:rPr lang="en-US" sz="4800" err="1">
                <a:solidFill>
                  <a:schemeClr val="tx2"/>
                </a:solidFill>
              </a:rPr>
              <a:t>nasıl</a:t>
            </a:r>
            <a:r>
              <a:rPr lang="en-US" sz="4800" dirty="0">
                <a:solidFill>
                  <a:schemeClr val="tx2"/>
                </a:solidFill>
              </a:rPr>
              <a:t> </a:t>
            </a:r>
            <a:r>
              <a:rPr lang="en-US" sz="4800" err="1">
                <a:solidFill>
                  <a:schemeClr val="tx2"/>
                </a:solidFill>
              </a:rPr>
              <a:t>değiştirilir</a:t>
            </a:r>
            <a:r>
              <a:rPr lang="en-US" sz="4800" dirty="0">
                <a:solidFill>
                  <a:schemeClr val="tx2"/>
                </a:solidFill>
              </a:rPr>
              <a:t> ?</a:t>
            </a:r>
          </a:p>
        </p:txBody>
      </p:sp>
      <p:pic>
        <p:nvPicPr>
          <p:cNvPr id="35" name="Graphic 6" descr="Alt Yazı">
            <a:extLst>
              <a:ext uri="{FF2B5EF4-FFF2-40B4-BE49-F238E27FC236}">
                <a16:creationId xmlns:a16="http://schemas.microsoft.com/office/drawing/2014/main" id="{7F60B62A-C239-54B0-76CF-B8E4B9C4B0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4EABB-5531-CDFE-91CD-C351386A6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chemeClr val="tx2"/>
                </a:solidFill>
              </a:rPr>
              <a:t>Cevap</a:t>
            </a:r>
            <a:r>
              <a:rPr lang="en-US" sz="3200" dirty="0">
                <a:solidFill>
                  <a:schemeClr val="tx2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2"/>
                </a:solidFill>
              </a:rPr>
              <a:t>Font-size </a:t>
            </a:r>
            <a:r>
              <a:rPr lang="en-US" sz="3200">
                <a:solidFill>
                  <a:schemeClr val="tx2"/>
                </a:solidFill>
              </a:rPr>
              <a:t>özelliğiyle.</a:t>
            </a:r>
            <a:endParaRPr lang="en-US" sz="3200" dirty="0">
              <a:solidFill>
                <a:schemeClr val="tx2"/>
              </a:solidFill>
            </a:endParaRPr>
          </a:p>
        </p:txBody>
      </p:sp>
      <p:grpSp>
        <p:nvGrpSpPr>
          <p:cNvPr id="36" name="Group 13">
            <a:extLst>
              <a:ext uri="{FF2B5EF4-FFF2-40B4-BE49-F238E27FC236}">
                <a16:creationId xmlns:a16="http://schemas.microsoft.com/office/drawing/2014/main" id="{F86C8A41-CA8E-62EB-7D48-1F4952113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7" name="Freeform: Shape 14">
              <a:extLst>
                <a:ext uri="{FF2B5EF4-FFF2-40B4-BE49-F238E27FC236}">
                  <a16:creationId xmlns:a16="http://schemas.microsoft.com/office/drawing/2014/main" id="{BCDE233E-9AB1-0E4E-BBE8-B6B2A56C57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5">
              <a:extLst>
                <a:ext uri="{FF2B5EF4-FFF2-40B4-BE49-F238E27FC236}">
                  <a16:creationId xmlns:a16="http://schemas.microsoft.com/office/drawing/2014/main" id="{CA25A8D4-4818-791A-8C57-947031F73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16">
              <a:extLst>
                <a:ext uri="{FF2B5EF4-FFF2-40B4-BE49-F238E27FC236}">
                  <a16:creationId xmlns:a16="http://schemas.microsoft.com/office/drawing/2014/main" id="{7327EB71-618D-053A-CB3A-C99092895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93838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C325A-38B1-6E13-BD56-D60CF063A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9">
            <a:extLst>
              <a:ext uri="{FF2B5EF4-FFF2-40B4-BE49-F238E27FC236}">
                <a16:creationId xmlns:a16="http://schemas.microsoft.com/office/drawing/2014/main" id="{D23C4B58-93EF-14D0-9F4D-64CEB6E1D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324CE5B2-6392-DEBE-E128-3F9FDAED2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BE086-A4A3-3ED9-72E3-09AED48E1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5708226" cy="1454051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CSS de color </a:t>
            </a:r>
            <a:r>
              <a:rPr lang="en-US" sz="4800" dirty="0" err="1">
                <a:solidFill>
                  <a:srgbClr val="E8E8E8"/>
                </a:solidFill>
                <a:latin typeface="Aptos Display"/>
              </a:rPr>
              <a:t>ile</a:t>
            </a:r>
            <a:r>
              <a:rPr lang="en-US" sz="4800" dirty="0">
                <a:solidFill>
                  <a:srgbClr val="E8E8E8"/>
                </a:solidFill>
                <a:latin typeface="Aptos Display"/>
              </a:rPr>
              <a:t> background color </a:t>
            </a:r>
            <a:r>
              <a:rPr lang="en-US" sz="4800" dirty="0" err="1">
                <a:solidFill>
                  <a:srgbClr val="E8E8E8"/>
                </a:solidFill>
                <a:latin typeface="Aptos Display"/>
              </a:rPr>
              <a:t>arasındaki</a:t>
            </a:r>
            <a:r>
              <a:rPr lang="en-US" sz="4800" dirty="0">
                <a:solidFill>
                  <a:srgbClr val="E8E8E8"/>
                </a:solidFill>
                <a:latin typeface="Aptos Display"/>
              </a:rPr>
              <a:t> fark nedir?</a:t>
            </a:r>
            <a:endParaRPr lang="en-US" sz="4800">
              <a:solidFill>
                <a:schemeClr val="tx2"/>
              </a:solidFill>
            </a:endParaRPr>
          </a:p>
        </p:txBody>
      </p:sp>
      <p:pic>
        <p:nvPicPr>
          <p:cNvPr id="35" name="Graphic 6" descr="Alt Yazı">
            <a:extLst>
              <a:ext uri="{FF2B5EF4-FFF2-40B4-BE49-F238E27FC236}">
                <a16:creationId xmlns:a16="http://schemas.microsoft.com/office/drawing/2014/main" id="{BE5884B8-D2B2-1905-A2F5-9218E7256F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DE3E4-147F-B1F9-7102-C8F7EBF82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chemeClr val="tx2"/>
                </a:solidFill>
              </a:rPr>
              <a:t>Cevap</a:t>
            </a:r>
            <a:r>
              <a:rPr lang="en-US" sz="3200" dirty="0">
                <a:solidFill>
                  <a:schemeClr val="tx2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2"/>
                </a:solidFill>
              </a:rPr>
              <a:t>Color </a:t>
            </a:r>
            <a:r>
              <a:rPr lang="en-US" sz="3200" dirty="0" err="1">
                <a:solidFill>
                  <a:schemeClr val="tx2"/>
                </a:solidFill>
              </a:rPr>
              <a:t>yazı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rengini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değişitirirken</a:t>
            </a:r>
            <a:r>
              <a:rPr lang="en-US" sz="3200" dirty="0">
                <a:solidFill>
                  <a:schemeClr val="tx2"/>
                </a:solidFill>
              </a:rPr>
              <a:t> background color </a:t>
            </a:r>
            <a:r>
              <a:rPr lang="en-US" sz="3200" dirty="0" err="1">
                <a:solidFill>
                  <a:schemeClr val="tx2"/>
                </a:solidFill>
              </a:rPr>
              <a:t>arka</a:t>
            </a:r>
            <a:r>
              <a:rPr lang="en-US" sz="3200" dirty="0">
                <a:solidFill>
                  <a:schemeClr val="tx2"/>
                </a:solidFill>
              </a:rPr>
              <a:t> plan </a:t>
            </a:r>
            <a:r>
              <a:rPr lang="en-US" sz="3200" dirty="0" err="1">
                <a:solidFill>
                  <a:schemeClr val="tx2"/>
                </a:solidFill>
              </a:rPr>
              <a:t>rengini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değiştirir</a:t>
            </a:r>
            <a:r>
              <a:rPr lang="en-US" sz="3200" dirty="0">
                <a:solidFill>
                  <a:schemeClr val="tx2"/>
                </a:solidFill>
              </a:rPr>
              <a:t>.</a:t>
            </a:r>
            <a:endParaRPr lang="en-US" dirty="0" err="1"/>
          </a:p>
        </p:txBody>
      </p:sp>
      <p:grpSp>
        <p:nvGrpSpPr>
          <p:cNvPr id="36" name="Group 13">
            <a:extLst>
              <a:ext uri="{FF2B5EF4-FFF2-40B4-BE49-F238E27FC236}">
                <a16:creationId xmlns:a16="http://schemas.microsoft.com/office/drawing/2014/main" id="{61054D0B-F573-20B3-188F-3955942F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7" name="Freeform: Shape 14">
              <a:extLst>
                <a:ext uri="{FF2B5EF4-FFF2-40B4-BE49-F238E27FC236}">
                  <a16:creationId xmlns:a16="http://schemas.microsoft.com/office/drawing/2014/main" id="{AC55AF81-2C7C-1348-6479-16BD0D6AA5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5">
              <a:extLst>
                <a:ext uri="{FF2B5EF4-FFF2-40B4-BE49-F238E27FC236}">
                  <a16:creationId xmlns:a16="http://schemas.microsoft.com/office/drawing/2014/main" id="{5D051250-B8B6-E977-71BE-6E248BE0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16">
              <a:extLst>
                <a:ext uri="{FF2B5EF4-FFF2-40B4-BE49-F238E27FC236}">
                  <a16:creationId xmlns:a16="http://schemas.microsoft.com/office/drawing/2014/main" id="{6566FB72-9F90-2A0D-2ABD-AACCD1BE5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81477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A6067-8336-ECCA-F73C-53F71E37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9">
            <a:extLst>
              <a:ext uri="{FF2B5EF4-FFF2-40B4-BE49-F238E27FC236}">
                <a16:creationId xmlns:a16="http://schemas.microsoft.com/office/drawing/2014/main" id="{4798F766-92DD-D6D9-3C7D-64C1399A4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C77CD503-CC1C-0A63-23E6-DF7220C3B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4470A-3630-E0BB-7F10-0597BAAB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5708226" cy="145405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CSS </a:t>
            </a:r>
            <a:r>
              <a:rPr lang="en-US" sz="4800" dirty="0" err="1">
                <a:solidFill>
                  <a:schemeClr val="tx2"/>
                </a:solidFill>
              </a:rPr>
              <a:t>kodunu</a:t>
            </a:r>
            <a:r>
              <a:rPr lang="en-US" sz="4800" dirty="0">
                <a:solidFill>
                  <a:schemeClr val="tx2"/>
                </a:solidFill>
              </a:rPr>
              <a:t> </a:t>
            </a:r>
            <a:r>
              <a:rPr lang="en-US" sz="4800" dirty="0" err="1">
                <a:solidFill>
                  <a:schemeClr val="tx2"/>
                </a:solidFill>
              </a:rPr>
              <a:t>silersek</a:t>
            </a:r>
            <a:r>
              <a:rPr lang="en-US" sz="4800" dirty="0">
                <a:solidFill>
                  <a:schemeClr val="tx2"/>
                </a:solidFill>
              </a:rPr>
              <a:t> ne </a:t>
            </a:r>
            <a:r>
              <a:rPr lang="en-US" sz="4800" dirty="0" err="1">
                <a:solidFill>
                  <a:schemeClr val="tx2"/>
                </a:solidFill>
              </a:rPr>
              <a:t>olur</a:t>
            </a:r>
            <a:r>
              <a:rPr lang="en-US" sz="4800" dirty="0">
                <a:solidFill>
                  <a:schemeClr val="tx2"/>
                </a:solidFill>
              </a:rPr>
              <a:t>?</a:t>
            </a:r>
          </a:p>
        </p:txBody>
      </p:sp>
      <p:pic>
        <p:nvPicPr>
          <p:cNvPr id="35" name="Graphic 6" descr="Alt Yazı">
            <a:extLst>
              <a:ext uri="{FF2B5EF4-FFF2-40B4-BE49-F238E27FC236}">
                <a16:creationId xmlns:a16="http://schemas.microsoft.com/office/drawing/2014/main" id="{A31F0851-9D20-EC3C-C107-168B62BC90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B58A9-4F54-9C2F-85D7-E1989F161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solidFill>
                  <a:schemeClr val="tx2"/>
                </a:solidFill>
              </a:rPr>
              <a:t>Cevap</a:t>
            </a:r>
            <a:r>
              <a:rPr lang="en-US" sz="3200" dirty="0">
                <a:solidFill>
                  <a:schemeClr val="tx2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3200" dirty="0" err="1">
                <a:solidFill>
                  <a:schemeClr val="tx2"/>
                </a:solidFill>
              </a:rPr>
              <a:t>Ilgili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stil</a:t>
            </a:r>
            <a:r>
              <a:rPr lang="en-US" sz="3200" dirty="0">
                <a:solidFill>
                  <a:schemeClr val="tx2"/>
                </a:solidFill>
              </a:rPr>
              <a:t> </a:t>
            </a:r>
            <a:r>
              <a:rPr lang="en-US" sz="3200" dirty="0" err="1">
                <a:solidFill>
                  <a:schemeClr val="tx2"/>
                </a:solidFill>
              </a:rPr>
              <a:t>kuralları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ortadan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kalkar</a:t>
            </a:r>
            <a:r>
              <a:rPr lang="en-US" sz="3200" dirty="0">
                <a:solidFill>
                  <a:schemeClr val="tx2"/>
                </a:solidFill>
              </a:rPr>
              <a:t>, </a:t>
            </a:r>
            <a:r>
              <a:rPr lang="en-US" sz="3200" dirty="0" err="1">
                <a:solidFill>
                  <a:schemeClr val="tx2"/>
                </a:solidFill>
              </a:rPr>
              <a:t>eleman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tarayıcının</a:t>
            </a:r>
            <a:r>
              <a:rPr lang="en-US" sz="3200" dirty="0">
                <a:solidFill>
                  <a:schemeClr val="tx2"/>
                </a:solidFill>
              </a:rPr>
              <a:t> </a:t>
            </a:r>
            <a:r>
              <a:rPr lang="en-US" sz="3200" dirty="0" err="1">
                <a:solidFill>
                  <a:schemeClr val="tx2"/>
                </a:solidFill>
              </a:rPr>
              <a:t>varsayılan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stilleriyle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görüntülenir</a:t>
            </a:r>
            <a:r>
              <a:rPr lang="en-US" sz="3200" dirty="0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36" name="Group 13">
            <a:extLst>
              <a:ext uri="{FF2B5EF4-FFF2-40B4-BE49-F238E27FC236}">
                <a16:creationId xmlns:a16="http://schemas.microsoft.com/office/drawing/2014/main" id="{1B13C040-E480-F0C4-558B-B904BBB33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7" name="Freeform: Shape 14">
              <a:extLst>
                <a:ext uri="{FF2B5EF4-FFF2-40B4-BE49-F238E27FC236}">
                  <a16:creationId xmlns:a16="http://schemas.microsoft.com/office/drawing/2014/main" id="{AD2E1699-F539-C63B-2843-FDAD597DF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5">
              <a:extLst>
                <a:ext uri="{FF2B5EF4-FFF2-40B4-BE49-F238E27FC236}">
                  <a16:creationId xmlns:a16="http://schemas.microsoft.com/office/drawing/2014/main" id="{DE8DBEC9-2393-E495-46C7-4C90A959C0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16">
              <a:extLst>
                <a:ext uri="{FF2B5EF4-FFF2-40B4-BE49-F238E27FC236}">
                  <a16:creationId xmlns:a16="http://schemas.microsoft.com/office/drawing/2014/main" id="{E724A458-D6F5-7166-3EEF-1BC3404EE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0239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7" baseType="lpstr">
      <vt:lpstr>Office Theme</vt:lpstr>
      <vt:lpstr>2026-2027  CSS Soru-Cevap</vt:lpstr>
      <vt:lpstr>CSS neden kullanılır?</vt:lpstr>
      <vt:lpstr>CSS de arka planı değiştirmek için hangi özellik kullanılır? </vt:lpstr>
      <vt:lpstr>CSS  de yazı boyutu nasıl değiştirilir ?</vt:lpstr>
      <vt:lpstr>CSS de color ile background color arasındaki fark nedir?</vt:lpstr>
      <vt:lpstr>CSS kodunu silersek ne olur?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107</cp:revision>
  <dcterms:created xsi:type="dcterms:W3CDTF">2026-10-15T15:26:36Z</dcterms:created>
  <dcterms:modified xsi:type="dcterms:W3CDTF">2026-10-15T16:49:04Z</dcterms:modified>
</cp:coreProperties>
</file>